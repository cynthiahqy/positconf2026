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when I wanted to procrasti-plot a calendar of an upcoming research trip across Europe and USA two years ago instead of working on my thesis, I naturally searched for a ggplot2 extension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so, I did end up procrasti-plotting an interactive calendar, that looks like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data wrangling:</a:t>
            </a:r>
          </a:p>
          <a:p>
            <a:pPr lvl="0" indent="0" marL="0">
              <a:buNone/>
            </a:pPr>
          </a:p>
          <a:p>
            <a:pPr lvl="1"/>
            <a:r>
              <a:rPr/>
              <a:t>reshaping via </a:t>
            </a:r>
            <a:r>
              <a:rPr>
                <a:latin typeface="Courier"/>
              </a:rPr>
              <a:t>reframe()</a:t>
            </a:r>
          </a:p>
          <a:p>
            <a:pPr lvl="0" indent="0" marL="0">
              <a:buNone/>
            </a:pPr>
          </a:p>
          <a:p>
            <a:pPr lvl="1"/>
            <a:r>
              <a:rPr/>
              <a:t>creating new variables</a:t>
            </a:r>
          </a:p>
          <a:p>
            <a:pPr lvl="0" indent="0" marL="0">
              <a:buNone/>
            </a:pPr>
          </a:p>
          <a:p>
            <a:pPr lvl="1"/>
            <a:r>
              <a:rPr/>
              <a:t>fill in missing days</a:t>
            </a:r>
          </a:p>
          <a:p>
            <a:pPr lvl="0" indent="0" marL="0">
              <a:buNone/>
            </a:pPr>
          </a:p>
          <a:p>
            <a:pPr lvl="1"/>
            <a:r>
              <a:rPr/>
              <a:t>calculating facet and layout (e.g. </a:t>
            </a:r>
            <a:r>
              <a:rPr>
                <a:latin typeface="Courier"/>
              </a:rPr>
              <a:t>Month</a:t>
            </a:r>
            <a:r>
              <a:rPr/>
              <a:t>, </a:t>
            </a:r>
            <a:r>
              <a:rPr>
                <a:latin typeface="Courier"/>
              </a:rPr>
              <a:t>Month_week</a:t>
            </a:r>
            <a:r>
              <a:rPr/>
              <a:t>)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ggplot2</a:t>
            </a:r>
            <a:r>
              <a:rPr/>
              <a:t> components:</a:t>
            </a:r>
          </a:p>
          <a:p>
            <a:pPr lvl="0" indent="0" marL="0">
              <a:buNone/>
            </a:pPr>
          </a:p>
          <a:p>
            <a:pPr lvl="1"/>
            <a:r>
              <a:rPr>
                <a:latin typeface="Courier"/>
              </a:rPr>
              <a:t>scale</a:t>
            </a:r>
            <a:r>
              <a:rPr/>
              <a:t>, </a:t>
            </a:r>
            <a:r>
              <a:rPr>
                <a:latin typeface="Courier"/>
              </a:rPr>
              <a:t>coord</a:t>
            </a:r>
            <a:r>
              <a:rPr/>
              <a:t> and </a:t>
            </a:r>
            <a:r>
              <a:rPr>
                <a:latin typeface="Courier"/>
              </a:rPr>
              <a:t>facet</a:t>
            </a:r>
            <a:r>
              <a:rPr/>
              <a:t> to layout the calendar</a:t>
            </a:r>
          </a:p>
          <a:p>
            <a:pPr lvl="0" indent="0" marL="0">
              <a:buNone/>
            </a:pPr>
          </a:p>
          <a:p>
            <a:pPr lvl="1"/>
            <a:r>
              <a:rPr>
                <a:latin typeface="Courier"/>
              </a:rPr>
              <a:t>theme</a:t>
            </a:r>
            <a:r>
              <a:rPr/>
              <a:t> modification to style the plot as a calendar</a:t>
            </a:r>
          </a:p>
          <a:p>
            <a:pPr lvl="0" indent="0" marL="0">
              <a:buNone/>
            </a:pPr>
          </a:p>
          <a:p>
            <a:pPr lvl="1"/>
            <a:r>
              <a:rPr/>
              <a:t>interactive </a:t>
            </a:r>
            <a:r>
              <a:rPr>
                <a:latin typeface="Courier"/>
              </a:rPr>
              <a:t>geom</a:t>
            </a:r>
            <a:r>
              <a:rPr/>
              <a:t> from </a:t>
            </a:r>
            <a:r>
              <a:rPr>
                <a:latin typeface="Courier"/>
              </a:rPr>
              <a:t>{ggiraph}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jp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Reuse your custom ggplot2 with transparent helper functions!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Cynthia A. Huang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ggplot2 &amp; calendars?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❤️</a:t>
            </a:r>
          </a:p>
          <a:p>
            <a:pPr lvl="0" indent="0" marL="0">
              <a:buNone/>
            </a:pP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{calendR}</a:t>
            </a:r>
          </a:p>
        </p:txBody>
      </p:sp>
      <p:pic>
        <p:nvPicPr>
          <p:cNvPr descr="assets/code-blocks/calendR-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39900"/>
            <a:ext cx="4038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{ggweekly}</a:t>
            </a:r>
          </a:p>
        </p:txBody>
      </p:sp>
      <p:pic>
        <p:nvPicPr>
          <p:cNvPr descr="assets/code-blocks/ggweekly-README-year-week-1-croppe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968500"/>
            <a:ext cx="40386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{ggcal}</a:t>
            </a:r>
          </a:p>
        </p:txBody>
      </p:sp>
      <p:pic>
        <p:nvPicPr>
          <p:cNvPr descr="assets/code-blocks/ggcal-plot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35500" y="16637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{calendR}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calendR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format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Sys.Date</a:t>
            </a:r>
            <a:r>
              <a:rPr>
                <a:solidFill>
                  <a:srgbClr val="003B4F"/>
                </a:solidFill>
                <a:latin typeface="Courier"/>
              </a:rPr>
              <a:t>(), </a:t>
            </a:r>
            <a:r>
              <a:rPr>
                <a:solidFill>
                  <a:srgbClr val="20794D"/>
                </a:solidFill>
                <a:latin typeface="Courier"/>
              </a:rPr>
              <a:t>"%Y"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orientation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"portrait"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"landscape"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title,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text.pos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text.size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text.col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special.days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special.col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"gray90"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gradient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low.col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font.family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font.style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"plain"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days.col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weeknames,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weeknames.col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weeknames.size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week.number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week.number.col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week.number.size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monthnames,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months.size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months.col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"gray30"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months.pos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mbg.col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legend.pos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legend.title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bg.col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bg.img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margin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ncol,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lunar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lunar.col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"gray60"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lunar.size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doc_name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papersize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"A4"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{ggweekly}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ggweek_planner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start_day =</a:t>
            </a:r>
            <a:r>
              <a:rPr>
                <a:solidFill>
                  <a:srgbClr val="003B4F"/>
                </a:solidFill>
                <a:latin typeface="Courier"/>
              </a:rPr>
              <a:t> lubridate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today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end_day =</a:t>
            </a:r>
            <a:r>
              <a:rPr>
                <a:solidFill>
                  <a:srgbClr val="003B4F"/>
                </a:solidFill>
                <a:latin typeface="Courier"/>
              </a:rPr>
              <a:t> start_day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lubridate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weeks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lubridate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days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highlight_days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"isoweek"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"epiweek"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week_start_label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"month day"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"week"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show_day_numbers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show_month_start_day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show_month_boundaries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highlight_text_size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month_text_size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day_number_text_size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month_color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"#f78154"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day_number_color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weekend_fill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"#f8f8f8"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holidays =</a:t>
            </a:r>
            <a:r>
              <a:rPr>
                <a:solidFill>
                  <a:srgbClr val="003B4F"/>
                </a:solidFill>
                <a:latin typeface="Courier"/>
              </a:rPr>
              <a:t> ggweekly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003B4F"/>
                </a:solidFill>
                <a:latin typeface="Courier"/>
              </a:rPr>
              <a:t>us_federal_holidays,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font_base_family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"PT Sans"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font_label_family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"PT Sans Narrow"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font_label_text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screenshot_travel-calenda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409700"/>
            <a:ext cx="40386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source(here::here("_utilities/travel_dates_load.R"))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(ggiraph)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daily-loc-prep ----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expand dates: https://stackoverflow.com/a/54728153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travel_days &lt;- travel_dates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nights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interval</a:t>
            </a:r>
            <a:r>
              <a:rPr>
                <a:solidFill>
                  <a:srgbClr val="003B4F"/>
                </a:solidFill>
                <a:latin typeface="Courier"/>
              </a:rPr>
              <a:t>(startDate, endDate)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days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(startDate,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(nights))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rowid_to_column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rowwise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(rowid, location, details, nights,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slice_min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nights,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country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countryname</a:t>
            </a:r>
            <a:r>
              <a:rPr>
                <a:solidFill>
                  <a:srgbClr val="003B4F"/>
                </a:solidFill>
                <a:latin typeface="Courier"/>
              </a:rPr>
              <a:t>(location,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away_days &lt;- travel_days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startDate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endDate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rowid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location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"TBC"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(rowid, location, 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daily_loc &lt;- away_days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(travel_days,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(travel_days)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flag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countrycode</a:t>
            </a:r>
            <a:r>
              <a:rPr>
                <a:solidFill>
                  <a:srgbClr val="003B4F"/>
                </a:solidFill>
                <a:latin typeface="Courier"/>
              </a:rPr>
              <a:t>(country,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"unicode.symbol"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continent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countrycode</a:t>
            </a:r>
            <a:r>
              <a:rPr>
                <a:solidFill>
                  <a:srgbClr val="003B4F"/>
                </a:solidFill>
                <a:latin typeface="Courier"/>
              </a:rPr>
              <a:t>(country,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"continent"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flag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location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 route"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"\u2708"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location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"TBC"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"❔"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flag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prep-full-calendar-data 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based on: https://github.com/nrennie/tidytuesday/blob/9dbe69d696f6c1edad41a72d157a42f3b5a63a81/2023/2023-03-07/20230307.R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extra months to make plot rectangular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cal_ncol &lt;-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startMonth &lt;-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(travel_days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endMonth &lt;-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ceiling_date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(travel_days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n_extra_month &lt;- cal_ncol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((endMonth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startMonth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%%</a:t>
            </a:r>
            <a:r>
              <a:rPr>
                <a:solidFill>
                  <a:srgbClr val="003B4F"/>
                </a:solidFill>
                <a:latin typeface="Courier"/>
              </a:rPr>
              <a:t> cal_ncol)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padding_days &lt;-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travel_days,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startDate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endDate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ceiling_date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%m+%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months</a:t>
            </a:r>
            <a:r>
              <a:rPr>
                <a:solidFill>
                  <a:srgbClr val="003B4F"/>
                </a:solidFill>
                <a:latin typeface="Courier"/>
              </a:rPr>
              <a:t>(n_extra_month),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prepare calendar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full_calendar &lt;- padding_days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(daily_loc,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(daily_loc)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year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Day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wday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mday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mday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Month_week =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day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4758AB"/>
                </a:solidFill>
                <a:latin typeface="Courier"/>
              </a:rPr>
              <a:t>wday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%/%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travel-dates-calendar-display ----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base_data_aes &lt;- full_calendar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Day,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Month_week))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layers_geom_text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mday), 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flag), 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layers_scale_coord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scale_y_reverse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coord_fixed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expand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layers_facet_labs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vars</a:t>
            </a:r>
            <a:r>
              <a:rPr>
                <a:solidFill>
                  <a:srgbClr val="003B4F"/>
                </a:solidFill>
                <a:latin typeface="Courier"/>
              </a:rPr>
              <a:t>(Month),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cal_ncol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layers_theme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plot.margin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margin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panel.grid.major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panel.grid.minor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5E5E5E"/>
                </a:solidFill>
                <a:latin typeface="Courier"/>
              </a:rPr>
              <a:t># panel.spacing = unit(0, "lines"),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panel.border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axis.ticks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axis.text.y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strip.background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"grey95"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tooltip-travel-calendar ----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p_cal_girafe &lt;- base_data_aes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geom_tile_interactive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tooltip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(details, </a:t>
            </a:r>
            <a:r>
              <a:rPr>
                <a:solidFill>
                  <a:srgbClr val="20794D"/>
                </a:solidFill>
                <a:latin typeface="Courier"/>
              </a:rPr>
              <a:t>"@"</a:t>
            </a:r>
            <a:r>
              <a:rPr>
                <a:solidFill>
                  <a:srgbClr val="003B4F"/>
                </a:solidFill>
                <a:latin typeface="Courier"/>
              </a:rPr>
              <a:t>, location),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data_id =</a:t>
            </a:r>
            <a:r>
              <a:rPr>
                <a:solidFill>
                  <a:srgbClr val="003B4F"/>
                </a:solidFill>
                <a:latin typeface="Courier"/>
              </a:rPr>
              <a:t> location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layers_geom_text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layers_scale_coord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coord_fixed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expand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layers_facet_labs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layers_theme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girafe(ggobj = p_cal_girafe)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Down the design rabbit hole…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🤔</a:t>
            </a:r>
          </a:p>
          <a:p>
            <a:pPr lvl="0" indent="0" marL="0">
              <a:buNone/>
            </a:pP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procrasti-plotting to procrasti-packaging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reuseable-enough</a:t>
            </a:r>
            <a:r>
              <a:rPr/>
              <a:t> helper should:</a:t>
            </a:r>
          </a:p>
          <a:p>
            <a:pPr lvl="0"/>
            <a:r>
              <a:rPr b="1"/>
              <a:t>Convenient</a:t>
            </a:r>
            <a:r>
              <a:rPr/>
              <a:t> and quick ‘autoplotting’</a:t>
            </a:r>
          </a:p>
          <a:p>
            <a:pPr lvl="0"/>
            <a:r>
              <a:rPr/>
              <a:t>Keep ggplot </a:t>
            </a:r>
            <a:r>
              <a:rPr b="1"/>
              <a:t>flexibility</a:t>
            </a:r>
            <a:r>
              <a:rPr/>
              <a:t> &amp; error messages</a:t>
            </a:r>
          </a:p>
          <a:p>
            <a:pPr lvl="0"/>
            <a:r>
              <a:rPr/>
              <a:t>Play nice with </a:t>
            </a:r>
            <a:r>
              <a:rPr b="1"/>
              <a:t>compatible</a:t>
            </a:r>
            <a:r>
              <a:rPr/>
              <a:t> ggplot2 extensions</a:t>
            </a:r>
          </a:p>
          <a:p>
            <a:pPr lvl="0"/>
            <a:r>
              <a:rPr b="1"/>
              <a:t>Minimise plot-specific arguments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SEPARATE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source(here::here("_utilities/travel_dates_load.R"))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(ggiraph)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daily-loc-prep ----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expand dates: https://stackoverflow.com/a/54728153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travel_days &lt;- travel_dates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nights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interval</a:t>
            </a:r>
            <a:r>
              <a:rPr>
                <a:solidFill>
                  <a:srgbClr val="003B4F"/>
                </a:solidFill>
                <a:latin typeface="Courier"/>
              </a:rPr>
              <a:t>(startDate, endDate)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days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(startDate,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(nights))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rowid_to_column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rowwise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(rowid, location, details, nights,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nights,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country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countryname</a:t>
            </a:r>
            <a:r>
              <a:rPr>
                <a:solidFill>
                  <a:srgbClr val="003B4F"/>
                </a:solidFill>
                <a:latin typeface="Courier"/>
              </a:rPr>
              <a:t>(location,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away_days &lt;- travel_days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startDate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endDate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rowid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location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"TBC"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(rowid, location, 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daily_loc &lt;- away_days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(travel_days,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(travel_days)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flag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countrycode</a:t>
            </a:r>
            <a:r>
              <a:rPr>
                <a:solidFill>
                  <a:srgbClr val="003B4F"/>
                </a:solidFill>
                <a:latin typeface="Courier"/>
              </a:rPr>
              <a:t>(country,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"unicode.symbol"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continent =</a:t>
            </a:r>
            <a:r>
              <a:rPr>
                <a:solidFill>
                  <a:srgbClr val="003B4F"/>
                </a:solidFill>
                <a:latin typeface="Courier"/>
              </a:rPr>
              <a:t> countrycode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countrycode</a:t>
            </a:r>
            <a:r>
              <a:rPr>
                <a:solidFill>
                  <a:srgbClr val="003B4F"/>
                </a:solidFill>
                <a:latin typeface="Courier"/>
              </a:rPr>
              <a:t>(country, </a:t>
            </a:r>
            <a:r>
              <a:rPr>
                <a:solidFill>
                  <a:srgbClr val="20794D"/>
                </a:solidFill>
                <a:latin typeface="Courier"/>
              </a:rPr>
              <a:t>"iso2c"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"continent"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flag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location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"en route"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"\u2708"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location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"TBC"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"❔"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flag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prep-full-calendar-data 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based on: https://github.com/nrennie/tidytuesday/blob/9dbe69d696f6c1edad41a72d157a42f3b5a63a81/2023/2023-03-07/20230307.R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extra months to make plot rectangular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cal_ncol &lt;-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startMonth &lt;-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(travel_days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endMonth &lt;-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ceiling_date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(travel_days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n_extra_month &lt;- cal_ncol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((endMonth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startMonth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%%</a:t>
            </a:r>
            <a:r>
              <a:rPr>
                <a:solidFill>
                  <a:srgbClr val="003B4F"/>
                </a:solidFill>
                <a:latin typeface="Courier"/>
              </a:rPr>
              <a:t> cal_ncol)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padding_days &lt;-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travel_days,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startDate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(date),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endDate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ceiling_date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%m+%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months</a:t>
            </a:r>
            <a:r>
              <a:rPr>
                <a:solidFill>
                  <a:srgbClr val="003B4F"/>
                </a:solidFill>
                <a:latin typeface="Courier"/>
              </a:rPr>
              <a:t>(n_extra_month),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(startDate, endDate,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"day"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prepare calendar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full_calendar &lt;- padding_days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(daily_loc,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(daily_loc)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year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wday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mday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mday</a:t>
            </a:r>
            <a:r>
              <a:rPr>
                <a:solidFill>
                  <a:srgbClr val="003B4F"/>
                </a:solidFill>
                <a:latin typeface="Courier"/>
              </a:rPr>
              <a:t>(date),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Month_week =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day</a:t>
            </a:r>
            <a:r>
              <a:rPr>
                <a:solidFill>
                  <a:srgbClr val="003B4F"/>
                </a:solidFill>
                <a:latin typeface="Courier"/>
              </a:rPr>
              <a:t>(date)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wday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floor_date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"month"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%/%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travel-dates-calendar-display ----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base_data_aes &lt;- full_calendar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Day,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Month_week))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layers_geom_text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mday), 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flag), 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layers_scale_coord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scale_y_reverse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coord_fixed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expand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layers_facet_labs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vars</a:t>
            </a:r>
            <a:r>
              <a:rPr>
                <a:solidFill>
                  <a:srgbClr val="003B4F"/>
                </a:solidFill>
                <a:latin typeface="Courier"/>
              </a:rPr>
              <a:t>(Month),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cal_ncol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layers_theme &lt;-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plot.margin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margin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panel.grid.major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panel.grid.minor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panel.spacing = unit(0, "lines"),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panel.border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axis.ticks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axis.text.y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element_blank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strip.background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"grey95"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strip.text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 i="1">
                <a:solidFill>
                  <a:srgbClr val="5E5E5E"/>
                </a:solidFill>
                <a:latin typeface="Courier"/>
              </a:rPr>
              <a:t>## ---- tooltip-travel-calendar ----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p_cal_girafe &lt;- base_data_aes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geom_tile_interactive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tooltip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(details, </a:t>
            </a:r>
            <a:r>
              <a:rPr>
                <a:solidFill>
                  <a:srgbClr val="20794D"/>
                </a:solidFill>
                <a:latin typeface="Courier"/>
              </a:rPr>
              <a:t>"@"</a:t>
            </a:r>
            <a:r>
              <a:rPr>
                <a:solidFill>
                  <a:srgbClr val="003B4F"/>
                </a:solidFill>
                <a:latin typeface="Courier"/>
              </a:rPr>
              <a:t>, location),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data_id =</a:t>
            </a:r>
            <a:r>
              <a:rPr>
                <a:solidFill>
                  <a:srgbClr val="003B4F"/>
                </a:solidFill>
                <a:latin typeface="Courier"/>
              </a:rPr>
              <a:t> location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layers_geom_text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layers_scale_coord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coord_fixed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expand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layers_facet_labs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layers_theme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girafe(ggobj = p_cal_girafe)</a:t>
            </a:r>
          </a:p>
        </p:txBody>
      </p:sp>
      <p:pic>
        <p:nvPicPr>
          <p:cNvPr descr="assets/notability-v2/pipeline-assembly-inpu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19200"/>
            <a:ext cx="40386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SEPARATE into modular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gg_facet_wrap_months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(...){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i="1">
                <a:solidFill>
                  <a:srgbClr val="5E5E5E"/>
                </a:solidFill>
                <a:latin typeface="Courier"/>
              </a:rPr>
              <a:t>## Data Prep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cal_data &lt;- .events_long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fill_missing_units</a:t>
            </a:r>
            <a:r>
              <a:rPr>
                <a:solidFill>
                  <a:srgbClr val="003B4F"/>
                </a:solidFill>
                <a:latin typeface="Courier"/>
              </a:rPr>
              <a:t>({{ date_col }})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calc_calendar_vars</a:t>
            </a:r>
            <a:r>
              <a:rPr>
                <a:solidFill>
                  <a:srgbClr val="003B4F"/>
                </a:solidFill>
                <a:latin typeface="Courier"/>
              </a:rPr>
              <a:t>({{ date_col }})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i="1">
                <a:solidFill>
                  <a:srgbClr val="5E5E5E"/>
                </a:solidFill>
                <a:latin typeface="Courier"/>
              </a:rPr>
              <a:t>## Plot Assembly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base_plot &lt;- cal_data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ggplot2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mapping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aes_string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"TC_wday_label"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"TC_month_week"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"TC_mday"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"TC_month_label"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axes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"all_x"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nrow,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ncol)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.geom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.scale_coord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.theme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.others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  base_plot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EXPOSE</a:t>
            </a:r>
          </a:p>
        </p:txBody>
      </p:sp>
      <p:pic>
        <p:nvPicPr>
          <p:cNvPr descr="assets/notability-v2/transparent-helper-lef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EXPOSE defaults as list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gg_facet_wrap_months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i="1">
                <a:solidFill>
                  <a:srgbClr val="5E5E5E"/>
                </a:solidFill>
                <a:latin typeface="Courier"/>
              </a:rPr>
              <a:t>## --- data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.events_long,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date_col,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locale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i="1">
                <a:solidFill>
                  <a:srgbClr val="5E5E5E"/>
                </a:solidFill>
                <a:latin typeface="Courier"/>
              </a:rPr>
              <a:t>## --- facets / layout 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week_start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i="1">
                <a:solidFill>
                  <a:srgbClr val="5E5E5E"/>
                </a:solidFill>
                <a:latin typeface="Courier"/>
              </a:rPr>
              <a:t>## --- default layers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.geom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.scale_coord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scale_y_reverse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scale_x_discrete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"top"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coord_fixed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expand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.theme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theme_bw_tilecal</a:t>
            </a:r>
            <a:r>
              <a:rPr>
                <a:solidFill>
                  <a:srgbClr val="003B4F"/>
                </a:solidFill>
                <a:latin typeface="Courier"/>
              </a:rPr>
              <a:t>()),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.other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</a:t>
            </a:r>
            <a:r>
              <a:rPr>
                <a:latin typeface="Courier"/>
              </a:rPr>
              <a:t>autoplot()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(ggtilecal)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dates &lt;- </a:t>
            </a:r>
            <a:r>
              <a:rPr>
                <a:solidFill>
                  <a:srgbClr val="4758AB"/>
                </a:solidFill>
                <a:latin typeface="Courier"/>
              </a:rPr>
              <a:t>make_empty_month_days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"2024-01-05"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"2024-06-30"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gg_facet_wrap_months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dates,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unit_date)</a:t>
            </a:r>
          </a:p>
        </p:txBody>
      </p:sp>
      <p:pic>
        <p:nvPicPr>
          <p:cNvPr descr="slides-v2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</a:t>
            </a:r>
            <a:r>
              <a:rPr>
                <a:latin typeface="Courier"/>
              </a:rPr>
              <a:t>autoplot()</a:t>
            </a:r>
            <a:r>
              <a:rPr/>
              <a:t> to customisation!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(ggtilecal)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dates &lt;- </a:t>
            </a:r>
            <a:r>
              <a:rPr>
                <a:solidFill>
                  <a:srgbClr val="4758AB"/>
                </a:solidFill>
                <a:latin typeface="Courier"/>
              </a:rPr>
              <a:t>make_empty_month_days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"2024-01-05"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"2024-06-30"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gg_facet_wrap_months</a:t>
            </a:r>
            <a:r>
              <a:rPr>
                <a:solidFill>
                  <a:srgbClr val="003B4F"/>
                </a:solidFill>
                <a:latin typeface="Courier"/>
              </a:rPr>
              <a:t>(dates, unit_date,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"transparent"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nudge_y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"#6a329f"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.theme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theme_bw_tilecal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strip.background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element_rect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"#d9d2e9"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</a:p>
        </p:txBody>
      </p:sp>
      <p:pic>
        <p:nvPicPr>
          <p:cNvPr descr="slides-v2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Data preparation steps</a:t>
            </a:r>
          </a:p>
          <a:p>
            <a:pPr lvl="0"/>
            <a:r>
              <a:rPr/>
              <a:t>Fixed variables and aesthetics</a:t>
            </a:r>
          </a:p>
          <a:p>
            <a:pPr lvl="0"/>
            <a:r>
              <a:rPr/>
              <a:t>Customisation via arguments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#' Make Monthly Calendar Facets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Generates calendar with monthly facets by: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Padding event list with any missing days via `fill_missing_units()`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Calculating variables for calendar layout via `calc_calendar_vars()`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Returning a ggplot object as per Details.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Returns a ggplot with the following fixed components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using calculated layout variables: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`aes()` mapping: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- `x` is day of week,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- `y` is week in month,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- `label` is day of month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`facet_wrap()` by month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`labs()` to remove axis labels for calculated layout variables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and default customisable components: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`geom_tile()`, `geom_text()` to label each day which inherit calculated variables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`scale_y_reverse()` to order day in month correctly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`scale_x_discrete()` to position weekday labels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`coord_fixed()` to square each tile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- `theme_bw_tilecal()` to apply sensible theme defaults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for the month facets: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- `nrow` the number of month facet rows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- or `ncol` the number of month facet columns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- a labeller function for the monthly facet strip labels, see `label_yearmonth()`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To modify components alter the `.geom` and `.scale_coord`,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which inherit the calculate layout mapping by default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(via the ggplot2 `inherit.aes` argument).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To additional components use the ggplot `+` function as normal,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or pass components to the `.other` argument.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This can be used to add interactive geoms (e.g. from `ggiraph`)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To modify the theme, use the ggplot `+` function as normal,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or add additional elements to the list in `.theme`.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To remove any of the optional components, set the argument to any empty `list()`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@inheritParams ggplot2::facet_wrap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@inheritParams fill_missing_units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@inheritParams calc_calendar_vars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@param labeller A facet labeling function, for the calendar month titles, defaults to `label_yearmonth()`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@param .geom,.scale_coord,.theme,.other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Customisable lists of ggplot2 components to add to the plot.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An empty `list()` leaves the plot unmodified.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@return ggplot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@export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@examples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\dontrun{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library(dplyr)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library(ggplot2)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demo_events_gpt |&gt;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reframe_events(startDate, endDate) |&gt;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group_by(unit_date) |&gt;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slice_min(order_by = duration) |&gt;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gg_facet_wrap_months(unit_date,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                    labeller=label_yearmonth("%b %Y")) +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geom_text(aes(label = event_emoji), nudge_y = -0.25, na.rm = TRUE) } 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@importFrom ggplot2 geom_tile geom_text facet_wrap labs aes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#'     scale_y_reverse scale_x_discrete coord_fixed vars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Reusing ggplot2 happily ever after?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custom code…</a:t>
            </a:r>
          </a:p>
        </p:txBody>
      </p:sp>
      <p:pic>
        <p:nvPicPr>
          <p:cNvPr descr="assets/notability-v2/code-to-helper-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transparent helpers…</a:t>
            </a:r>
          </a:p>
        </p:txBody>
      </p:sp>
      <p:pic>
        <p:nvPicPr>
          <p:cNvPr descr="assets/notability-v2/code-to-helper-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beyond?</a:t>
            </a:r>
          </a:p>
        </p:txBody>
      </p:sp>
      <p:pic>
        <p:nvPicPr>
          <p:cNvPr descr="assets/temp/fig-ggtime-teas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85900"/>
            <a:ext cx="82296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calm, and…</a:t>
            </a:r>
          </a:p>
        </p:txBody>
      </p:sp>
      <p:pic>
        <p:nvPicPr>
          <p:cNvPr descr="assets/notability-v2/principle-summary-v2-with-tex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Thanks for listening!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Tell me about your ggplot2 reuse experiences!</a:t>
            </a:r>
          </a:p>
        </p:txBody>
      </p:sp>
      <p:pic>
        <p:nvPicPr>
          <p:cNvPr descr="assets/qr-positconf20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cynthiahqy.com/survey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Reuse your custom ggplot2 with transparent helper functions!</dc:title>
  <dc:creator>Cynthia A. Huang</dc:creator>
  <cp:keywords/>
  <dcterms:created xsi:type="dcterms:W3CDTF">2026-09-15T03:14:29Z</dcterms:created>
  <dcterms:modified xsi:type="dcterms:W3CDTF">2026-09-15T03:14:29Z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